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  <p:sldMasterId id="2147483669" r:id="rId2"/>
  </p:sldMasterIdLst>
  <p:notesMasterIdLst>
    <p:notesMasterId r:id="rId12"/>
  </p:notesMasterIdLst>
  <p:handoutMasterIdLst>
    <p:handoutMasterId r:id="rId13"/>
  </p:handoutMasterIdLst>
  <p:sldIdLst>
    <p:sldId id="1649" r:id="rId3"/>
    <p:sldId id="260" r:id="rId4"/>
    <p:sldId id="1650" r:id="rId5"/>
    <p:sldId id="1655" r:id="rId6"/>
    <p:sldId id="1647" r:id="rId7"/>
    <p:sldId id="1648" r:id="rId8"/>
    <p:sldId id="1661" r:id="rId9"/>
    <p:sldId id="1660" r:id="rId10"/>
    <p:sldId id="705" r:id="rId11"/>
  </p:sldIdLst>
  <p:sldSz cx="12192000" cy="6858000"/>
  <p:notesSz cx="6858000" cy="9144000"/>
  <p:embeddedFontLst>
    <p:embeddedFont>
      <p:font typeface="PP Agrandir Medium" panose="00000600000000000000" pitchFamily="50" charset="0"/>
      <p:regular r:id="rId14"/>
      <p:italic r:id="rId15"/>
    </p:embeddedFont>
    <p:embeddedFont>
      <p:font typeface="Raleway" panose="020B0003030101060003" pitchFamily="34" charset="0"/>
      <p:regular r:id="rId16"/>
      <p:bold r:id="rId17"/>
      <p:italic r:id="rId18"/>
      <p:boldItalic r:id="rId19"/>
    </p:embeddedFont>
  </p:embeddedFont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F3D08"/>
    <a:srgbClr val="CC295C"/>
    <a:srgbClr val="580D82"/>
    <a:srgbClr val="121F62"/>
    <a:srgbClr val="F3D548"/>
    <a:srgbClr val="222323"/>
    <a:srgbClr val="FF00AA"/>
    <a:srgbClr val="7CEAB0"/>
    <a:srgbClr val="808080"/>
    <a:srgbClr val="F2E2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53" autoAdjust="0"/>
    <p:restoredTop sz="94794" autoAdjust="0"/>
  </p:normalViewPr>
  <p:slideViewPr>
    <p:cSldViewPr snapToGrid="0">
      <p:cViewPr varScale="1">
        <p:scale>
          <a:sx n="105" d="100"/>
          <a:sy n="105" d="100"/>
        </p:scale>
        <p:origin x="1056" y="10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6300"/>
    </p:cViewPr>
  </p:sorterViewPr>
  <p:notesViewPr>
    <p:cSldViewPr snapToGrid="0">
      <p:cViewPr varScale="1">
        <p:scale>
          <a:sx n="89" d="100"/>
          <a:sy n="89" d="100"/>
        </p:scale>
        <p:origin x="379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handoutMaster" Target="handoutMasters/handoutMaster1.xml"/><Relationship Id="rId18" Type="http://schemas.openxmlformats.org/officeDocument/2006/relationships/font" Target="fonts/font5.fntdata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4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font" Target="fonts/font6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796A1A-0489-466C-9E5E-FE4A55610E34}" type="datetimeFigureOut">
              <a:rPr lang="de-DE" smtClean="0"/>
              <a:t>18.09.2024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59AC20-1D6B-43D3-B7AC-44E5F6FC6B3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928675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E1ABB4-F53A-4D21-91E6-4774143A9A64}" type="datetimeFigureOut">
              <a:rPr lang="de-DE" smtClean="0"/>
              <a:t>18.09.2024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F4EAE3-CF86-4654-B7F6-54AA35B08F4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714846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5400">
                <a:latin typeface="Raleway" panose="020B0003030101060003" pitchFamily="34" charset="0"/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4011613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latin typeface="Raleway" panose="020B00030301010600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Formatvorlage des Untertitelmasters durch Klicken bearbeiten</a:t>
            </a:r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E4D07014-6443-142F-444F-9B5F92A775FA}"/>
              </a:ext>
            </a:extLst>
          </p:cNvPr>
          <p:cNvSpPr/>
          <p:nvPr userDrawn="1"/>
        </p:nvSpPr>
        <p:spPr>
          <a:xfrm flipV="1">
            <a:off x="5965031" y="3690708"/>
            <a:ext cx="261938" cy="140160"/>
          </a:xfrm>
          <a:prstGeom prst="roundRect">
            <a:avLst>
              <a:gd name="adj" fmla="val 50000"/>
            </a:avLst>
          </a:prstGeom>
          <a:solidFill>
            <a:srgbClr val="DF3D0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A5F072C8-6A88-F17A-6460-2E0A9433BF7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3176" y="5546785"/>
            <a:ext cx="1073598" cy="100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161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381155"/>
            <a:ext cx="9144000" cy="1655762"/>
          </a:xfrm>
        </p:spPr>
        <p:txBody>
          <a:bodyPr anchor="b">
            <a:normAutofit/>
          </a:bodyPr>
          <a:lstStyle>
            <a:lvl1pPr algn="ctr">
              <a:defRPr sz="5400">
                <a:latin typeface="Raleway" panose="020B0003030101060003" pitchFamily="34" charset="0"/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6" name="Sehne 5">
            <a:extLst>
              <a:ext uri="{FF2B5EF4-FFF2-40B4-BE49-F238E27FC236}">
                <a16:creationId xmlns:a16="http://schemas.microsoft.com/office/drawing/2014/main" id="{BDEB0F70-CB9F-C198-8A28-9D8154E9B454}"/>
              </a:ext>
            </a:extLst>
          </p:cNvPr>
          <p:cNvSpPr/>
          <p:nvPr userDrawn="1"/>
        </p:nvSpPr>
        <p:spPr>
          <a:xfrm rot="2700000" flipV="1">
            <a:off x="3110310" y="3975579"/>
            <a:ext cx="5971380" cy="5968037"/>
          </a:xfrm>
          <a:prstGeom prst="chord">
            <a:avLst>
              <a:gd name="adj1" fmla="val 2700000"/>
              <a:gd name="adj2" fmla="val 13499512"/>
            </a:avLst>
          </a:prstGeom>
          <a:solidFill>
            <a:srgbClr val="121F6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5FA7D41A-1B8C-93A1-1A0D-24198C672A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34038" y="4623759"/>
            <a:ext cx="3416000" cy="1862614"/>
          </a:xfrm>
        </p:spPr>
        <p:txBody>
          <a:bodyPr>
            <a:noAutofit/>
          </a:bodyPr>
          <a:lstStyle>
            <a:lvl1pPr marL="0" indent="0" algn="ctr">
              <a:buNone/>
              <a:defRPr sz="3600">
                <a:solidFill>
                  <a:schemeClr val="bg1"/>
                </a:solidFill>
              </a:defRPr>
            </a:lvl1pPr>
            <a:lvl2pPr marL="457200" indent="0" algn="ctr">
              <a:buNone/>
              <a:defRPr sz="3200">
                <a:solidFill>
                  <a:schemeClr val="bg1"/>
                </a:solidFill>
              </a:defRPr>
            </a:lvl2pPr>
            <a:lvl3pPr algn="ctr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marL="1828800" indent="0"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E4A8FBA5-506A-A5E8-D1FC-B8A5A84FB41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3176" y="5546785"/>
            <a:ext cx="1073598" cy="100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801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726484" y="1825625"/>
            <a:ext cx="10859851" cy="3741287"/>
          </a:xfrm>
        </p:spPr>
        <p:txBody>
          <a:bodyPr/>
          <a:lstStyle>
            <a:lvl1pPr>
              <a:defRPr>
                <a:latin typeface="Raleway" panose="020B0003030101060003" pitchFamily="34" charset="0"/>
              </a:defRPr>
            </a:lvl1pPr>
            <a:lvl2pPr>
              <a:defRPr>
                <a:latin typeface="Raleway" panose="020B0003030101060003" pitchFamily="34" charset="0"/>
              </a:defRPr>
            </a:lvl2pPr>
            <a:lvl3pPr>
              <a:defRPr>
                <a:latin typeface="Raleway" panose="020B0003030101060003" pitchFamily="34" charset="0"/>
              </a:defRPr>
            </a:lvl3pPr>
            <a:lvl4pPr>
              <a:defRPr>
                <a:latin typeface="Raleway" panose="020B0003030101060003" pitchFamily="34" charset="0"/>
              </a:defRPr>
            </a:lvl4pPr>
            <a:lvl5pPr>
              <a:defRPr>
                <a:latin typeface="Raleway" panose="020B0003030101060003" pitchFamily="34" charset="0"/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6" name="Titel 15"/>
          <p:cNvSpPr>
            <a:spLocks noGrp="1"/>
          </p:cNvSpPr>
          <p:nvPr>
            <p:ph type="title"/>
          </p:nvPr>
        </p:nvSpPr>
        <p:spPr>
          <a:xfrm>
            <a:off x="726484" y="365125"/>
            <a:ext cx="10859851" cy="1325563"/>
          </a:xfrm>
        </p:spPr>
        <p:txBody>
          <a:bodyPr/>
          <a:lstStyle>
            <a:lvl1pPr>
              <a:defRPr>
                <a:latin typeface="Raleway" panose="020B0003030101060003" pitchFamily="34" charset="0"/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A382D088-E417-BC31-85ED-193ACF3CF834}"/>
              </a:ext>
            </a:extLst>
          </p:cNvPr>
          <p:cNvSpPr/>
          <p:nvPr userDrawn="1"/>
        </p:nvSpPr>
        <p:spPr>
          <a:xfrm>
            <a:off x="-981384" y="710091"/>
            <a:ext cx="1653849" cy="635630"/>
          </a:xfrm>
          <a:prstGeom prst="roundRect">
            <a:avLst>
              <a:gd name="adj" fmla="val 50000"/>
            </a:avLst>
          </a:prstGeom>
          <a:solidFill>
            <a:srgbClr val="7CEAB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1F3F0805-9BCE-5527-FE98-7C6965E27F0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3176" y="5546785"/>
            <a:ext cx="1073598" cy="100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1477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1F3F0805-9BCE-5527-FE98-7C6965E27F0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3176" y="5546785"/>
            <a:ext cx="1073598" cy="100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317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05DB27B4-D94A-50C9-A9C2-1BCBF231BB5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3176" y="5546785"/>
            <a:ext cx="1073598" cy="1008108"/>
          </a:xfrm>
          <a:prstGeom prst="rect">
            <a:avLst/>
          </a:prstGeom>
        </p:spPr>
      </p:pic>
      <p:sp>
        <p:nvSpPr>
          <p:cNvPr id="5" name="Titel 1">
            <a:extLst>
              <a:ext uri="{FF2B5EF4-FFF2-40B4-BE49-F238E27FC236}">
                <a16:creationId xmlns:a16="http://schemas.microsoft.com/office/drawing/2014/main" id="{CAA555E7-8160-CFB5-E679-85F72B9BFE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9687" y="1880559"/>
            <a:ext cx="8735776" cy="2225825"/>
          </a:xfrm>
        </p:spPr>
        <p:txBody>
          <a:bodyPr anchor="ctr">
            <a:normAutofit/>
          </a:bodyPr>
          <a:lstStyle>
            <a:lvl1pPr algn="l">
              <a:defRPr sz="5400" b="1">
                <a:latin typeface="Raleway" panose="020B0003030101060003" pitchFamily="34" charset="0"/>
              </a:defRPr>
            </a:lvl1pPr>
          </a:lstStyle>
          <a:p>
            <a:r>
              <a:rPr lang="de-DE" dirty="0"/>
              <a:t>Titelmasterformat durch Klicken bearbeiten </a:t>
            </a:r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FF0EB5B1-98B6-5869-6BEF-6B090EDD0F44}"/>
              </a:ext>
            </a:extLst>
          </p:cNvPr>
          <p:cNvSpPr/>
          <p:nvPr userDrawn="1"/>
        </p:nvSpPr>
        <p:spPr>
          <a:xfrm flipV="1">
            <a:off x="749687" y="1473720"/>
            <a:ext cx="261938" cy="140160"/>
          </a:xfrm>
          <a:prstGeom prst="roundRect">
            <a:avLst>
              <a:gd name="adj" fmla="val 50000"/>
            </a:avLst>
          </a:prstGeom>
          <a:solidFill>
            <a:srgbClr val="580D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24598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 descr="Ein Bild, das Text, Schrift, Electric Blue (Farbe), Symbol enthält.&#10;&#10;Automatisch generierte Beschreibung">
            <a:extLst>
              <a:ext uri="{FF2B5EF4-FFF2-40B4-BE49-F238E27FC236}">
                <a16:creationId xmlns:a16="http://schemas.microsoft.com/office/drawing/2014/main" id="{0789DFDA-0D65-8AE0-0AC2-42ABABC385E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4556" y="6110636"/>
            <a:ext cx="2045484" cy="429133"/>
          </a:xfrm>
          <a:prstGeom prst="rect">
            <a:avLst/>
          </a:prstGeom>
        </p:spPr>
      </p:pic>
      <p:pic>
        <p:nvPicPr>
          <p:cNvPr id="6" name="Grafik 5" descr="Ein Bild, das Text, Schrift, Symbol, Logo enthält.&#10;&#10;Automatisch generierte Beschreibung">
            <a:extLst>
              <a:ext uri="{FF2B5EF4-FFF2-40B4-BE49-F238E27FC236}">
                <a16:creationId xmlns:a16="http://schemas.microsoft.com/office/drawing/2014/main" id="{EDE78005-50C0-D3E0-B08D-CF5C1BC0162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6980" y="6200168"/>
            <a:ext cx="1653850" cy="288565"/>
          </a:xfrm>
          <a:prstGeom prst="rect">
            <a:avLst/>
          </a:prstGeom>
        </p:spPr>
      </p:pic>
      <p:pic>
        <p:nvPicPr>
          <p:cNvPr id="11" name="Grafik 10" descr="Ein Bild, das Text, Schrift, Screenshot, Grafiken enthält.&#10;&#10;Automatisch generierte Beschreibung">
            <a:extLst>
              <a:ext uri="{FF2B5EF4-FFF2-40B4-BE49-F238E27FC236}">
                <a16:creationId xmlns:a16="http://schemas.microsoft.com/office/drawing/2014/main" id="{B2241F7B-B8DA-046D-E5C8-0E60C3A09BF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9846" y="6052552"/>
            <a:ext cx="1530519" cy="655037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7E9961FE-533D-0C53-EEFA-494759DAC5F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3176" y="5546785"/>
            <a:ext cx="1073598" cy="1008108"/>
          </a:xfrm>
          <a:prstGeom prst="rect">
            <a:avLst/>
          </a:prstGeom>
        </p:spPr>
      </p:pic>
      <p:sp>
        <p:nvSpPr>
          <p:cNvPr id="5" name="Titel 1">
            <a:extLst>
              <a:ext uri="{FF2B5EF4-FFF2-40B4-BE49-F238E27FC236}">
                <a16:creationId xmlns:a16="http://schemas.microsoft.com/office/drawing/2014/main" id="{B1047197-EAE9-BB3C-5AE4-4AFDBC7964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9687" y="1880559"/>
            <a:ext cx="8735776" cy="2225825"/>
          </a:xfrm>
        </p:spPr>
        <p:txBody>
          <a:bodyPr anchor="ctr">
            <a:normAutofit/>
          </a:bodyPr>
          <a:lstStyle>
            <a:lvl1pPr algn="l">
              <a:defRPr sz="5400" b="1">
                <a:latin typeface="Raleway" panose="020B0003030101060003" pitchFamily="34" charset="0"/>
              </a:defRPr>
            </a:lvl1pPr>
          </a:lstStyle>
          <a:p>
            <a:r>
              <a:rPr lang="de-DE" dirty="0"/>
              <a:t>Titelmasterformat durch Klicken bearbeiten </a:t>
            </a: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9A556590-4030-A813-5FCE-2CA7D851227E}"/>
              </a:ext>
            </a:extLst>
          </p:cNvPr>
          <p:cNvSpPr/>
          <p:nvPr userDrawn="1"/>
        </p:nvSpPr>
        <p:spPr>
          <a:xfrm flipV="1">
            <a:off x="749687" y="1473720"/>
            <a:ext cx="261938" cy="140160"/>
          </a:xfrm>
          <a:prstGeom prst="roundRect">
            <a:avLst>
              <a:gd name="adj" fmla="val 50000"/>
            </a:avLst>
          </a:prstGeom>
          <a:solidFill>
            <a:srgbClr val="580D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854230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131013" y="1476022"/>
            <a:ext cx="6908461" cy="2914561"/>
          </a:xfrm>
        </p:spPr>
        <p:txBody>
          <a:bodyPr anchor="ctr">
            <a:normAutofit/>
          </a:bodyPr>
          <a:lstStyle>
            <a:lvl1pPr algn="l">
              <a:defRPr sz="5400" b="1">
                <a:latin typeface="Raleway" panose="020B0003030101060003" pitchFamily="34" charset="0"/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289DF572-937C-1040-40B8-122147319866}"/>
              </a:ext>
            </a:extLst>
          </p:cNvPr>
          <p:cNvSpPr/>
          <p:nvPr userDrawn="1"/>
        </p:nvSpPr>
        <p:spPr>
          <a:xfrm>
            <a:off x="-2379824" y="888999"/>
            <a:ext cx="5758024" cy="4088608"/>
          </a:xfrm>
          <a:prstGeom prst="roundRect">
            <a:avLst>
              <a:gd name="adj" fmla="val 50000"/>
            </a:avLst>
          </a:prstGeom>
          <a:solidFill>
            <a:srgbClr val="580D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5FDF5316-9597-3EFB-56F2-EF846B4B846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3176" y="5546785"/>
            <a:ext cx="1073598" cy="100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0974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4">
            <a:extLst>
              <a:ext uri="{FF2B5EF4-FFF2-40B4-BE49-F238E27FC236}">
                <a16:creationId xmlns:a16="http://schemas.microsoft.com/office/drawing/2014/main" id="{6CABA94E-0FDA-5386-CE23-5A13045E8C6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4763" y="0"/>
            <a:ext cx="12196763" cy="6858000"/>
          </a:xfrm>
          <a:solidFill>
            <a:schemeClr val="bg1">
              <a:lumMod val="50000"/>
            </a:schemeClr>
          </a:solidFill>
        </p:spPr>
        <p:txBody>
          <a:bodyPr anchor="t"/>
          <a:lstStyle>
            <a:lvl1pPr algn="l">
              <a:defRPr/>
            </a:lvl1pPr>
          </a:lstStyle>
          <a:p>
            <a:endParaRPr lang="de-DE"/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289DF572-937C-1040-40B8-122147319866}"/>
              </a:ext>
            </a:extLst>
          </p:cNvPr>
          <p:cNvSpPr/>
          <p:nvPr userDrawn="1"/>
        </p:nvSpPr>
        <p:spPr>
          <a:xfrm>
            <a:off x="-1887454" y="888999"/>
            <a:ext cx="8094824" cy="4088608"/>
          </a:xfrm>
          <a:prstGeom prst="roundRect">
            <a:avLst>
              <a:gd name="adj" fmla="val 50000"/>
            </a:avLst>
          </a:prstGeom>
          <a:solidFill>
            <a:srgbClr val="7CEAB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734647" y="1669452"/>
            <a:ext cx="4672622" cy="2914561"/>
          </a:xfrm>
        </p:spPr>
        <p:txBody>
          <a:bodyPr anchor="ctr">
            <a:normAutofit/>
          </a:bodyPr>
          <a:lstStyle>
            <a:lvl1pPr algn="l">
              <a:defRPr sz="5400">
                <a:latin typeface="Raleway" panose="020B0003030101060003" pitchFamily="34" charset="0"/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CB446361-F768-C502-070A-424CA6DF7ED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3176" y="5546785"/>
            <a:ext cx="1073598" cy="1008108"/>
          </a:xfrm>
          <a:prstGeom prst="rect">
            <a:avLst/>
          </a:prstGeom>
        </p:spPr>
      </p:pic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D733CC0F-F41E-9051-E799-34AEB0CB15A1}"/>
              </a:ext>
            </a:extLst>
          </p:cNvPr>
          <p:cNvSpPr/>
          <p:nvPr userDrawn="1"/>
        </p:nvSpPr>
        <p:spPr>
          <a:xfrm flipV="1">
            <a:off x="796193" y="1366345"/>
            <a:ext cx="261938" cy="140160"/>
          </a:xfrm>
          <a:prstGeom prst="roundRect">
            <a:avLst>
              <a:gd name="adj" fmla="val 50000"/>
            </a:avLst>
          </a:prstGeom>
          <a:solidFill>
            <a:srgbClr val="580D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043262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4">
            <a:extLst>
              <a:ext uri="{FF2B5EF4-FFF2-40B4-BE49-F238E27FC236}">
                <a16:creationId xmlns:a16="http://schemas.microsoft.com/office/drawing/2014/main" id="{6CABA94E-0FDA-5386-CE23-5A13045E8C6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4763" y="0"/>
            <a:ext cx="12196763" cy="6858000"/>
          </a:xfrm>
          <a:solidFill>
            <a:schemeClr val="bg1">
              <a:lumMod val="50000"/>
            </a:schemeClr>
          </a:solidFill>
        </p:spPr>
        <p:txBody>
          <a:bodyPr anchor="t"/>
          <a:lstStyle>
            <a:lvl1pPr algn="l">
              <a:defRPr/>
            </a:lvl1pPr>
          </a:lstStyle>
          <a:p>
            <a:endParaRPr lang="de-DE"/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289DF572-937C-1040-40B8-122147319866}"/>
              </a:ext>
            </a:extLst>
          </p:cNvPr>
          <p:cNvSpPr/>
          <p:nvPr userDrawn="1"/>
        </p:nvSpPr>
        <p:spPr>
          <a:xfrm>
            <a:off x="-2379824" y="888999"/>
            <a:ext cx="8094824" cy="4088608"/>
          </a:xfrm>
          <a:prstGeom prst="roundRect">
            <a:avLst>
              <a:gd name="adj" fmla="val 50000"/>
            </a:avLst>
          </a:prstGeom>
          <a:solidFill>
            <a:srgbClr val="7CEAB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CB446361-F768-C502-070A-424CA6DF7ED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3176" y="5546785"/>
            <a:ext cx="1073597" cy="1008108"/>
          </a:xfrm>
          <a:prstGeom prst="rect">
            <a:avLst/>
          </a:prstGeom>
        </p:spPr>
      </p:pic>
      <p:sp>
        <p:nvSpPr>
          <p:cNvPr id="5" name="Titel 1">
            <a:extLst>
              <a:ext uri="{FF2B5EF4-FFF2-40B4-BE49-F238E27FC236}">
                <a16:creationId xmlns:a16="http://schemas.microsoft.com/office/drawing/2014/main" id="{749EEA41-449E-ADD9-3F07-92630E80C4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4647" y="1669452"/>
            <a:ext cx="4672622" cy="2914561"/>
          </a:xfrm>
        </p:spPr>
        <p:txBody>
          <a:bodyPr anchor="ctr">
            <a:normAutofit/>
          </a:bodyPr>
          <a:lstStyle>
            <a:lvl1pPr algn="l">
              <a:defRPr sz="5400">
                <a:latin typeface="Raleway" panose="020B0003030101060003" pitchFamily="34" charset="0"/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6C1C416E-C0F1-F30D-DA4E-2D63E2288AAD}"/>
              </a:ext>
            </a:extLst>
          </p:cNvPr>
          <p:cNvSpPr/>
          <p:nvPr userDrawn="1"/>
        </p:nvSpPr>
        <p:spPr>
          <a:xfrm flipV="1">
            <a:off x="796193" y="1366345"/>
            <a:ext cx="261938" cy="140160"/>
          </a:xfrm>
          <a:prstGeom prst="roundRect">
            <a:avLst>
              <a:gd name="adj" fmla="val 50000"/>
            </a:avLst>
          </a:prstGeom>
          <a:solidFill>
            <a:srgbClr val="580D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59865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4">
            <a:extLst>
              <a:ext uri="{FF2B5EF4-FFF2-40B4-BE49-F238E27FC236}">
                <a16:creationId xmlns:a16="http://schemas.microsoft.com/office/drawing/2014/main" id="{E241F313-0C51-7B2E-DACC-11EA2515273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4763" y="0"/>
            <a:ext cx="12196763" cy="6858000"/>
          </a:xfrm>
          <a:solidFill>
            <a:schemeClr val="bg1">
              <a:lumMod val="50000"/>
            </a:schemeClr>
          </a:solidFill>
        </p:spPr>
        <p:txBody>
          <a:bodyPr anchor="t"/>
          <a:lstStyle>
            <a:lvl1pPr algn="l">
              <a:defRPr/>
            </a:lvl1pPr>
          </a:lstStyle>
          <a:p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381155"/>
            <a:ext cx="9144000" cy="1655762"/>
          </a:xfrm>
        </p:spPr>
        <p:txBody>
          <a:bodyPr anchor="b">
            <a:normAutofit/>
          </a:bodyPr>
          <a:lstStyle>
            <a:lvl1pPr algn="ctr">
              <a:defRPr sz="5400">
                <a:latin typeface="Raleway" panose="020B0003030101060003" pitchFamily="34" charset="0"/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6" name="Sehne 5">
            <a:extLst>
              <a:ext uri="{FF2B5EF4-FFF2-40B4-BE49-F238E27FC236}">
                <a16:creationId xmlns:a16="http://schemas.microsoft.com/office/drawing/2014/main" id="{BDEB0F70-CB9F-C198-8A28-9D8154E9B454}"/>
              </a:ext>
            </a:extLst>
          </p:cNvPr>
          <p:cNvSpPr/>
          <p:nvPr userDrawn="1"/>
        </p:nvSpPr>
        <p:spPr>
          <a:xfrm rot="2700000" flipV="1">
            <a:off x="2046744" y="3925219"/>
            <a:ext cx="8093748" cy="8294372"/>
          </a:xfrm>
          <a:prstGeom prst="chord">
            <a:avLst>
              <a:gd name="adj1" fmla="val 3658951"/>
              <a:gd name="adj2" fmla="val 12537475"/>
            </a:avLst>
          </a:prstGeom>
          <a:solidFill>
            <a:srgbClr val="580D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5FA7D41A-1B8C-93A1-1A0D-24198C672A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34038" y="4623759"/>
            <a:ext cx="3416000" cy="1862614"/>
          </a:xfrm>
        </p:spPr>
        <p:txBody>
          <a:bodyPr>
            <a:noAutofit/>
          </a:bodyPr>
          <a:lstStyle>
            <a:lvl1pPr marL="0" indent="0" algn="ctr">
              <a:buNone/>
              <a:defRPr sz="3600">
                <a:solidFill>
                  <a:schemeClr val="bg1"/>
                </a:solidFill>
              </a:defRPr>
            </a:lvl1pPr>
            <a:lvl2pPr marL="457200" indent="0" algn="ctr">
              <a:buNone/>
              <a:defRPr sz="3200">
                <a:solidFill>
                  <a:schemeClr val="bg1"/>
                </a:solidFill>
              </a:defRPr>
            </a:lvl2pPr>
            <a:lvl3pPr algn="ctr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marL="1828800" indent="0"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490EC8D5-0393-027F-9BD1-DEFAFA2BB32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3176" y="5546785"/>
            <a:ext cx="1073597" cy="100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5055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74924" y="365125"/>
            <a:ext cx="10859850" cy="1325563"/>
          </a:xfrm>
        </p:spPr>
        <p:txBody>
          <a:bodyPr>
            <a:normAutofit/>
          </a:bodyPr>
          <a:lstStyle>
            <a:lvl1pPr>
              <a:defRPr sz="3600">
                <a:latin typeface="Raleway" panose="020B0003030101060003" pitchFamily="34" charset="0"/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674925" y="1825625"/>
            <a:ext cx="5344876" cy="3726534"/>
          </a:xfrm>
        </p:spPr>
        <p:txBody>
          <a:bodyPr/>
          <a:lstStyle>
            <a:lvl1pPr>
              <a:defRPr>
                <a:latin typeface="Raleway" panose="020B0003030101060003" pitchFamily="34" charset="0"/>
              </a:defRPr>
            </a:lvl1pPr>
            <a:lvl2pPr>
              <a:defRPr>
                <a:latin typeface="Raleway" panose="020B0003030101060003" pitchFamily="34" charset="0"/>
              </a:defRPr>
            </a:lvl2pPr>
            <a:lvl3pPr>
              <a:defRPr>
                <a:latin typeface="Raleway" panose="020B0003030101060003" pitchFamily="34" charset="0"/>
              </a:defRPr>
            </a:lvl3pPr>
            <a:lvl4pPr>
              <a:defRPr>
                <a:latin typeface="Raleway" panose="020B0003030101060003" pitchFamily="34" charset="0"/>
              </a:defRPr>
            </a:lvl4pPr>
            <a:lvl5pPr>
              <a:defRPr>
                <a:latin typeface="Raleway" panose="020B0003030101060003" pitchFamily="34" charset="0"/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5362575" cy="3726534"/>
          </a:xfrm>
        </p:spPr>
        <p:txBody>
          <a:bodyPr/>
          <a:lstStyle>
            <a:lvl1pPr>
              <a:defRPr>
                <a:latin typeface="Raleway" panose="020B0003030101060003" pitchFamily="34" charset="0"/>
              </a:defRPr>
            </a:lvl1pPr>
            <a:lvl2pPr>
              <a:defRPr>
                <a:latin typeface="Raleway" panose="020B0003030101060003" pitchFamily="34" charset="0"/>
              </a:defRPr>
            </a:lvl2pPr>
            <a:lvl3pPr>
              <a:defRPr>
                <a:latin typeface="Raleway" panose="020B0003030101060003" pitchFamily="34" charset="0"/>
              </a:defRPr>
            </a:lvl3pPr>
            <a:lvl4pPr>
              <a:defRPr>
                <a:latin typeface="Raleway" panose="020B0003030101060003" pitchFamily="34" charset="0"/>
              </a:defRPr>
            </a:lvl4pPr>
            <a:lvl5pPr>
              <a:defRPr>
                <a:latin typeface="Raleway" panose="020B0003030101060003" pitchFamily="34" charset="0"/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A4BC650C-5CED-453C-C8CB-541CC1787A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3176" y="5546785"/>
            <a:ext cx="1073598" cy="100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918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74925" y="365125"/>
            <a:ext cx="10855088" cy="1325563"/>
          </a:xfrm>
        </p:spPr>
        <p:txBody>
          <a:bodyPr>
            <a:normAutofit/>
          </a:bodyPr>
          <a:lstStyle>
            <a:lvl1pPr>
              <a:defRPr sz="3600">
                <a:latin typeface="Raleway" panose="020B0003030101060003" pitchFamily="34" charset="0"/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74924" y="1681163"/>
            <a:ext cx="5322651" cy="823912"/>
          </a:xfrm>
        </p:spPr>
        <p:txBody>
          <a:bodyPr anchor="b"/>
          <a:lstStyle>
            <a:lvl1pPr marL="0" indent="0">
              <a:buNone/>
              <a:defRPr sz="2400" b="1">
                <a:latin typeface="Raleway" panose="020B00030301010600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74925" y="2505075"/>
            <a:ext cx="5322651" cy="3047084"/>
          </a:xfrm>
        </p:spPr>
        <p:txBody>
          <a:bodyPr/>
          <a:lstStyle>
            <a:lvl1pPr>
              <a:defRPr>
                <a:latin typeface="Raleway" panose="020B0003030101060003" pitchFamily="34" charset="0"/>
              </a:defRPr>
            </a:lvl1pPr>
            <a:lvl2pPr>
              <a:defRPr>
                <a:latin typeface="Raleway" panose="020B0003030101060003" pitchFamily="34" charset="0"/>
              </a:defRPr>
            </a:lvl2pPr>
            <a:lvl3pPr>
              <a:defRPr>
                <a:latin typeface="Raleway" panose="020B0003030101060003" pitchFamily="34" charset="0"/>
              </a:defRPr>
            </a:lvl3pPr>
            <a:lvl4pPr>
              <a:defRPr>
                <a:latin typeface="Raleway" panose="020B0003030101060003" pitchFamily="34" charset="0"/>
              </a:defRPr>
            </a:lvl4pPr>
            <a:lvl5pPr>
              <a:defRPr>
                <a:latin typeface="Raleway" panose="020B0003030101060003" pitchFamily="34" charset="0"/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357812" cy="823912"/>
          </a:xfrm>
        </p:spPr>
        <p:txBody>
          <a:bodyPr anchor="b"/>
          <a:lstStyle>
            <a:lvl1pPr marL="0" indent="0">
              <a:buNone/>
              <a:defRPr sz="2400" b="1">
                <a:latin typeface="Raleway" panose="020B00030301010600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357813" cy="3047084"/>
          </a:xfrm>
        </p:spPr>
        <p:txBody>
          <a:bodyPr/>
          <a:lstStyle>
            <a:lvl1pPr>
              <a:defRPr>
                <a:latin typeface="Raleway" panose="020B0003030101060003" pitchFamily="34" charset="0"/>
              </a:defRPr>
            </a:lvl1pPr>
            <a:lvl2pPr>
              <a:defRPr>
                <a:latin typeface="Raleway" panose="020B0003030101060003" pitchFamily="34" charset="0"/>
              </a:defRPr>
            </a:lvl2pPr>
            <a:lvl3pPr>
              <a:defRPr>
                <a:latin typeface="Raleway" panose="020B0003030101060003" pitchFamily="34" charset="0"/>
              </a:defRPr>
            </a:lvl3pPr>
            <a:lvl4pPr>
              <a:defRPr>
                <a:latin typeface="Raleway" panose="020B0003030101060003" pitchFamily="34" charset="0"/>
              </a:defRPr>
            </a:lvl4pPr>
            <a:lvl5pPr>
              <a:defRPr>
                <a:latin typeface="Raleway" panose="020B0003030101060003" pitchFamily="34" charset="0"/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pic>
        <p:nvPicPr>
          <p:cNvPr id="7" name="Grafik 6" descr="Ein Bild, das Text, Schrift, Clipart, Logo enthält.&#10;&#10;Automatisch generierte Beschreibung">
            <a:extLst>
              <a:ext uri="{FF2B5EF4-FFF2-40B4-BE49-F238E27FC236}">
                <a16:creationId xmlns:a16="http://schemas.microsoft.com/office/drawing/2014/main" id="{EC2352DC-D8D7-3539-134F-BE2EDE447BC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635" y="5353049"/>
            <a:ext cx="1653849" cy="1447337"/>
          </a:xfrm>
          <a:prstGeom prst="rect">
            <a:avLst/>
          </a:prstGeom>
        </p:spPr>
      </p:pic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0C7C2599-C970-84AF-EB96-7424FFD7A81E}"/>
              </a:ext>
            </a:extLst>
          </p:cNvPr>
          <p:cNvCxnSpPr>
            <a:cxnSpLocks/>
          </p:cNvCxnSpPr>
          <p:nvPr userDrawn="1"/>
        </p:nvCxnSpPr>
        <p:spPr>
          <a:xfrm>
            <a:off x="0" y="5969000"/>
            <a:ext cx="762000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9E2BA524-BEDE-6DFD-2524-A69661C55711}"/>
              </a:ext>
            </a:extLst>
          </p:cNvPr>
          <p:cNvCxnSpPr>
            <a:cxnSpLocks/>
          </p:cNvCxnSpPr>
          <p:nvPr userDrawn="1"/>
        </p:nvCxnSpPr>
        <p:spPr>
          <a:xfrm>
            <a:off x="1377950" y="5969000"/>
            <a:ext cx="10928350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3397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42E9237F-48D5-0A9B-543C-2600D58D38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3176" y="5546785"/>
            <a:ext cx="1073598" cy="100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4605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74924" y="457200"/>
            <a:ext cx="4097101" cy="1600200"/>
          </a:xfrm>
        </p:spPr>
        <p:txBody>
          <a:bodyPr anchor="b"/>
          <a:lstStyle>
            <a:lvl1pPr>
              <a:defRPr sz="3200" b="1">
                <a:latin typeface="Raleway" panose="020B0003030101060003" pitchFamily="34" charset="0"/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1600" y="457200"/>
            <a:ext cx="6305550" cy="5094959"/>
          </a:xfrm>
        </p:spPr>
        <p:txBody>
          <a:bodyPr/>
          <a:lstStyle>
            <a:lvl1pPr>
              <a:defRPr sz="3200">
                <a:latin typeface="Raleway" panose="020B0003030101060003" pitchFamily="34" charset="0"/>
              </a:defRPr>
            </a:lvl1pPr>
            <a:lvl2pPr>
              <a:defRPr sz="2800">
                <a:latin typeface="Raleway" panose="020B0003030101060003" pitchFamily="34" charset="0"/>
              </a:defRPr>
            </a:lvl2pPr>
            <a:lvl3pPr>
              <a:defRPr sz="2400">
                <a:latin typeface="Raleway" panose="020B0003030101060003" pitchFamily="34" charset="0"/>
              </a:defRPr>
            </a:lvl3pPr>
            <a:lvl4pPr>
              <a:defRPr sz="2000">
                <a:latin typeface="Raleway" panose="020B0003030101060003" pitchFamily="34" charset="0"/>
              </a:defRPr>
            </a:lvl4pPr>
            <a:lvl5pPr>
              <a:defRPr sz="2000">
                <a:latin typeface="Raleway" panose="020B0003030101060003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674924" y="2057400"/>
            <a:ext cx="4097101" cy="3494759"/>
          </a:xfrm>
        </p:spPr>
        <p:txBody>
          <a:bodyPr/>
          <a:lstStyle>
            <a:lvl1pPr marL="0" indent="0">
              <a:buNone/>
              <a:defRPr sz="1600">
                <a:latin typeface="PP Agrandir Medium" panose="00000600000000000000" pitchFamily="50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dirty="0"/>
              <a:t>Textmasterformat bearbeiten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B878E625-A0F9-5D1F-6456-A2C49AA7DA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3176" y="5546785"/>
            <a:ext cx="1073598" cy="100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734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74924" y="457200"/>
            <a:ext cx="4097101" cy="1600200"/>
          </a:xfrm>
        </p:spPr>
        <p:txBody>
          <a:bodyPr anchor="b"/>
          <a:lstStyle>
            <a:lvl1pPr>
              <a:defRPr sz="3200">
                <a:latin typeface="Raleway" panose="020B0003030101060003" pitchFamily="34" charset="0"/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303962" cy="5094958"/>
          </a:xfrm>
        </p:spPr>
        <p:txBody>
          <a:bodyPr/>
          <a:lstStyle>
            <a:lvl1pPr marL="0" indent="0">
              <a:buNone/>
              <a:defRPr sz="3200">
                <a:latin typeface="Raleway" panose="020B0003030101060003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674924" y="2057400"/>
            <a:ext cx="4097101" cy="3494759"/>
          </a:xfrm>
        </p:spPr>
        <p:txBody>
          <a:bodyPr/>
          <a:lstStyle>
            <a:lvl1pPr marL="0" indent="0">
              <a:buNone/>
              <a:defRPr sz="1600">
                <a:latin typeface="Raleway" panose="020B0003030101060003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dirty="0"/>
              <a:t>Textmasterformat bearbeiten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73B6DDF4-BF02-23A6-D585-9F3B12A8C8F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3176" y="5546785"/>
            <a:ext cx="1073598" cy="100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3694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/>
          <p:cNvSpPr>
            <a:spLocks noGrp="1"/>
          </p:cNvSpPr>
          <p:nvPr>
            <p:ph type="pic" sz="quarter" idx="10"/>
          </p:nvPr>
        </p:nvSpPr>
        <p:spPr>
          <a:xfrm>
            <a:off x="-4763" y="0"/>
            <a:ext cx="12196763" cy="6858000"/>
          </a:xfrm>
          <a:solidFill>
            <a:schemeClr val="bg1">
              <a:lumMod val="50000"/>
            </a:schemeClr>
          </a:solidFill>
        </p:spPr>
        <p:txBody>
          <a:bodyPr anchor="t"/>
          <a:lstStyle>
            <a:lvl1pPr algn="l">
              <a:defRPr/>
            </a:lvl1pPr>
          </a:lstStyle>
          <a:p>
            <a:endParaRPr lang="de-DE" dirty="0"/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>
                <a:latin typeface="Raleway" panose="020B0003030101060003" pitchFamily="34" charset="0"/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Raleway" panose="020B00030301010600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Formatvorlage des Untertitelmasters durch Klicken bearbeiten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B68AEC11-81A5-569A-9F29-3AEAB1E20A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3176" y="5546785"/>
            <a:ext cx="1073597" cy="100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4865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4"/>
          <p:cNvSpPr>
            <a:spLocks noGrp="1"/>
          </p:cNvSpPr>
          <p:nvPr>
            <p:ph type="pic" sz="quarter" idx="10"/>
          </p:nvPr>
        </p:nvSpPr>
        <p:spPr>
          <a:xfrm>
            <a:off x="-4763" y="0"/>
            <a:ext cx="12196763" cy="6858000"/>
          </a:xfrm>
          <a:solidFill>
            <a:schemeClr val="bg1">
              <a:lumMod val="50000"/>
            </a:schemeClr>
          </a:solidFill>
        </p:spPr>
        <p:txBody>
          <a:bodyPr anchor="t"/>
          <a:lstStyle>
            <a:lvl1pPr algn="l">
              <a:defRPr/>
            </a:lvl1pPr>
          </a:lstStyle>
          <a:p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76328" y="3901278"/>
            <a:ext cx="10881350" cy="962696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Raleway" panose="020B00030301010600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C5D22AB8-DA72-156F-60B8-9D5CDFE66113}"/>
              </a:ext>
            </a:extLst>
          </p:cNvPr>
          <p:cNvSpPr txBox="1">
            <a:spLocks/>
          </p:cNvSpPr>
          <p:nvPr userDrawn="1"/>
        </p:nvSpPr>
        <p:spPr>
          <a:xfrm>
            <a:off x="749687" y="1880559"/>
            <a:ext cx="8735776" cy="22258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tx1"/>
                </a:solidFill>
                <a:latin typeface="Raleway" panose="020B0003030101060003" pitchFamily="34" charset="0"/>
                <a:ea typeface="+mj-ea"/>
                <a:cs typeface="+mj-cs"/>
              </a:defRPr>
            </a:lvl1pPr>
          </a:lstStyle>
          <a:p>
            <a:r>
              <a:rPr lang="de-DE" dirty="0"/>
              <a:t>Titelmasterformat durch Klicken bearbeiten </a:t>
            </a:r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AF3A1BCD-F8ED-1C05-BFE7-2200A89FE055}"/>
              </a:ext>
            </a:extLst>
          </p:cNvPr>
          <p:cNvSpPr/>
          <p:nvPr userDrawn="1"/>
        </p:nvSpPr>
        <p:spPr>
          <a:xfrm flipV="1">
            <a:off x="749687" y="1880559"/>
            <a:ext cx="261938" cy="140160"/>
          </a:xfrm>
          <a:prstGeom prst="roundRect">
            <a:avLst>
              <a:gd name="adj" fmla="val 50000"/>
            </a:avLst>
          </a:prstGeom>
          <a:solidFill>
            <a:srgbClr val="580D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C2B0B979-B04E-4AF6-4AAC-D97465AC4B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3176" y="5546785"/>
            <a:ext cx="1073597" cy="100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1669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4"/>
          <p:cNvSpPr>
            <a:spLocks noGrp="1"/>
          </p:cNvSpPr>
          <p:nvPr>
            <p:ph type="pic" sz="quarter" idx="10"/>
          </p:nvPr>
        </p:nvSpPr>
        <p:spPr>
          <a:xfrm>
            <a:off x="-4763" y="0"/>
            <a:ext cx="12196763" cy="68580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74924" y="365125"/>
            <a:ext cx="10942310" cy="1325563"/>
          </a:xfrm>
        </p:spPr>
        <p:txBody>
          <a:bodyPr>
            <a:normAutofit/>
          </a:bodyPr>
          <a:lstStyle>
            <a:lvl1pPr>
              <a:defRPr sz="3600">
                <a:latin typeface="Raleway" panose="020B0003030101060003" pitchFamily="34" charset="0"/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E9A8A864-4739-F084-AF4E-9EE6698070E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3176" y="5546785"/>
            <a:ext cx="1073597" cy="1008108"/>
          </a:xfrm>
          <a:prstGeom prst="rect">
            <a:avLst/>
          </a:prstGeom>
        </p:spPr>
      </p:pic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9D6A4981-DA95-9896-797A-F55C66159E16}"/>
              </a:ext>
            </a:extLst>
          </p:cNvPr>
          <p:cNvSpPr/>
          <p:nvPr userDrawn="1"/>
        </p:nvSpPr>
        <p:spPr>
          <a:xfrm>
            <a:off x="-981384" y="710091"/>
            <a:ext cx="1653849" cy="635630"/>
          </a:xfrm>
          <a:prstGeom prst="roundRect">
            <a:avLst>
              <a:gd name="adj" fmla="val 50000"/>
            </a:avLst>
          </a:prstGeom>
          <a:solidFill>
            <a:srgbClr val="7CEAB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9925493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4"/>
          <p:cNvSpPr>
            <a:spLocks noGrp="1"/>
          </p:cNvSpPr>
          <p:nvPr>
            <p:ph type="pic" sz="quarter" idx="10"/>
          </p:nvPr>
        </p:nvSpPr>
        <p:spPr>
          <a:xfrm>
            <a:off x="-4763" y="0"/>
            <a:ext cx="12196763" cy="68580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74924" y="365125"/>
            <a:ext cx="10942310" cy="1325563"/>
          </a:xfrm>
        </p:spPr>
        <p:txBody>
          <a:bodyPr>
            <a:normAutofit/>
          </a:bodyPr>
          <a:lstStyle>
            <a:lvl1pPr>
              <a:defRPr sz="3600">
                <a:latin typeface="Raleway" panose="020B0003030101060003" pitchFamily="34" charset="0"/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E9A8A864-4739-F084-AF4E-9EE6698070E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3176" y="5546785"/>
            <a:ext cx="1073597" cy="100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3305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0" y="0"/>
            <a:ext cx="5555411" cy="6857999"/>
          </a:xfrm>
          <a:solidFill>
            <a:schemeClr val="bg1">
              <a:lumMod val="5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92175" y="849174"/>
            <a:ext cx="5094160" cy="1600200"/>
          </a:xfrm>
        </p:spPr>
        <p:txBody>
          <a:bodyPr anchor="b"/>
          <a:lstStyle>
            <a:lvl1pPr>
              <a:defRPr sz="3600" b="1">
                <a:latin typeface="Raleway" panose="020B0003030101060003" pitchFamily="34" charset="0"/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6392175" y="3299602"/>
            <a:ext cx="5094160" cy="349475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latin typeface="Raleway" panose="020B0003030101060003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dirty="0"/>
              <a:t>Textmasterformat bearbeiten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8B02A9E9-1DE6-784A-9047-4C78D43233A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3176" y="5546785"/>
            <a:ext cx="1073597" cy="1008108"/>
          </a:xfrm>
          <a:prstGeom prst="rect">
            <a:avLst/>
          </a:prstGeom>
        </p:spPr>
      </p:pic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0A312439-9725-E400-BAE9-8DA08F06AD91}"/>
              </a:ext>
            </a:extLst>
          </p:cNvPr>
          <p:cNvSpPr/>
          <p:nvPr userDrawn="1"/>
        </p:nvSpPr>
        <p:spPr>
          <a:xfrm flipV="1">
            <a:off x="6392175" y="2804408"/>
            <a:ext cx="261938" cy="140160"/>
          </a:xfrm>
          <a:prstGeom prst="roundRect">
            <a:avLst>
              <a:gd name="adj" fmla="val 50000"/>
            </a:avLst>
          </a:prstGeom>
          <a:solidFill>
            <a:srgbClr val="CC29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3687842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1_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CE30EDBD-8741-3593-238A-22D159247A5C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121F6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 dirty="0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214169" y="618314"/>
            <a:ext cx="3667662" cy="5229225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92175" y="849174"/>
            <a:ext cx="5094160" cy="1600200"/>
          </a:xfrm>
        </p:spPr>
        <p:txBody>
          <a:bodyPr anchor="b"/>
          <a:lstStyle>
            <a:lvl1pPr>
              <a:defRPr sz="3600" b="1">
                <a:latin typeface="Raleway" panose="020B0003030101060003" pitchFamily="34" charset="0"/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6392175" y="3232927"/>
            <a:ext cx="5094160" cy="349475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latin typeface="Raleway" panose="020B0003030101060003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dirty="0"/>
              <a:t>Textmasterformat bearbeiten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8B02A9E9-1DE6-784A-9047-4C78D43233A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3176" y="5546785"/>
            <a:ext cx="1073597" cy="1008108"/>
          </a:xfrm>
          <a:prstGeom prst="rect">
            <a:avLst/>
          </a:prstGeom>
        </p:spPr>
      </p:pic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0A312439-9725-E400-BAE9-8DA08F06AD91}"/>
              </a:ext>
            </a:extLst>
          </p:cNvPr>
          <p:cNvSpPr/>
          <p:nvPr userDrawn="1"/>
        </p:nvSpPr>
        <p:spPr>
          <a:xfrm flipV="1">
            <a:off x="6392175" y="2804408"/>
            <a:ext cx="261938" cy="140160"/>
          </a:xfrm>
          <a:prstGeom prst="roundRect">
            <a:avLst>
              <a:gd name="adj" fmla="val 50000"/>
            </a:avLst>
          </a:prstGeom>
          <a:solidFill>
            <a:srgbClr val="CC29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433342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2_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CE30EDBD-8741-3593-238A-22D159247A5C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F3D5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54A5E850-1FA1-1DBA-2105-282BEE3767A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3176" y="5546785"/>
            <a:ext cx="1073598" cy="1008108"/>
          </a:xfrm>
          <a:prstGeom prst="rect">
            <a:avLst/>
          </a:prstGeom>
        </p:spPr>
      </p:pic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214169" y="618314"/>
            <a:ext cx="3667662" cy="5229225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92175" y="849174"/>
            <a:ext cx="5094160" cy="1600200"/>
          </a:xfrm>
        </p:spPr>
        <p:txBody>
          <a:bodyPr anchor="b"/>
          <a:lstStyle>
            <a:lvl1pPr>
              <a:defRPr sz="3600" b="1">
                <a:latin typeface="Raleway" panose="020B0003030101060003" pitchFamily="34" charset="0"/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6392175" y="3232927"/>
            <a:ext cx="5094160" cy="349475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latin typeface="Raleway" panose="020B0003030101060003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0A312439-9725-E400-BAE9-8DA08F06AD91}"/>
              </a:ext>
            </a:extLst>
          </p:cNvPr>
          <p:cNvSpPr/>
          <p:nvPr userDrawn="1"/>
        </p:nvSpPr>
        <p:spPr>
          <a:xfrm flipV="1">
            <a:off x="6392175" y="2804408"/>
            <a:ext cx="261938" cy="140160"/>
          </a:xfrm>
          <a:prstGeom prst="roundRect">
            <a:avLst>
              <a:gd name="adj" fmla="val 50000"/>
            </a:avLst>
          </a:prstGeom>
          <a:solidFill>
            <a:srgbClr val="CC29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81591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Relationship Id="rId9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12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092894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6" r:id="rId2"/>
    <p:sldLayoutId id="2147483650" r:id="rId3"/>
    <p:sldLayoutId id="2147483688" r:id="rId4"/>
    <p:sldLayoutId id="2147483651" r:id="rId5"/>
    <p:sldLayoutId id="2147483682" r:id="rId6"/>
    <p:sldLayoutId id="2147483683" r:id="rId7"/>
    <p:sldLayoutId id="2147483684" r:id="rId8"/>
    <p:sldLayoutId id="2147483685" r:id="rId9"/>
    <p:sldLayoutId id="2147483687" r:id="rId10"/>
    <p:sldLayoutId id="2147483652" r:id="rId11"/>
    <p:sldLayoutId id="2147483653" r:id="rId12"/>
    <p:sldLayoutId id="2147483655" r:id="rId13"/>
    <p:sldLayoutId id="2147483656" r:id="rId14"/>
    <p:sldLayoutId id="2147483657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Raleway" panose="020B0003030101060003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Raleway" panose="020B0003030101060003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Raleway" panose="020B0003030101060003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aleway" panose="020B0003030101060003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Raleway" panose="020B0003030101060003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Raleway" panose="020B00030301010600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788782" y="419499"/>
            <a:ext cx="10565018" cy="9366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88782" y="1825626"/>
            <a:ext cx="10565018" cy="3730592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50CB3CA2-519F-3278-B068-194C3DF189B6}"/>
              </a:ext>
            </a:extLst>
          </p:cNvPr>
          <p:cNvCxnSpPr>
            <a:cxnSpLocks/>
          </p:cNvCxnSpPr>
          <p:nvPr userDrawn="1"/>
        </p:nvCxnSpPr>
        <p:spPr>
          <a:xfrm>
            <a:off x="0" y="5969000"/>
            <a:ext cx="76200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32CCF97E-E8C9-02A7-FFD5-E556988ED18F}"/>
              </a:ext>
            </a:extLst>
          </p:cNvPr>
          <p:cNvCxnSpPr>
            <a:cxnSpLocks/>
          </p:cNvCxnSpPr>
          <p:nvPr userDrawn="1"/>
        </p:nvCxnSpPr>
        <p:spPr>
          <a:xfrm>
            <a:off x="1377950" y="5969000"/>
            <a:ext cx="1092835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" name="Grafik 3">
            <a:extLst>
              <a:ext uri="{FF2B5EF4-FFF2-40B4-BE49-F238E27FC236}">
                <a16:creationId xmlns:a16="http://schemas.microsoft.com/office/drawing/2014/main" id="{E33E98F7-6BFB-9CAA-76CA-28B987006E03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3176" y="5546785"/>
            <a:ext cx="1073597" cy="100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57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2" r:id="rId2"/>
    <p:sldLayoutId id="2147483675" r:id="rId3"/>
    <p:sldLayoutId id="2147483679" r:id="rId4"/>
    <p:sldLayoutId id="2147483678" r:id="rId5"/>
    <p:sldLayoutId id="2147483680" r:id="rId6"/>
    <p:sldLayoutId id="2147483681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Raleway" panose="020B0003030101060003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Raleway" panose="020B0003030101060003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Raleway" panose="020B0003030101060003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Raleway" panose="020B0003030101060003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aleway" panose="020B0003030101060003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aleway" panose="020B00030301010600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85282B76-C193-C342-97DD-5E62376D12B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80D8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de-DE"/>
          </a:p>
        </p:txBody>
      </p:sp>
      <p:sp>
        <p:nvSpPr>
          <p:cNvPr id="7" name="Untertitel 6">
            <a:extLst>
              <a:ext uri="{FF2B5EF4-FFF2-40B4-BE49-F238E27FC236}">
                <a16:creationId xmlns:a16="http://schemas.microsoft.com/office/drawing/2014/main" id="{B79DA55C-050C-5644-59A2-8380DB18D1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72524CB4-43EC-2705-4382-C54DCC9B51CA}"/>
              </a:ext>
            </a:extLst>
          </p:cNvPr>
          <p:cNvSpPr/>
          <p:nvPr/>
        </p:nvSpPr>
        <p:spPr>
          <a:xfrm flipV="1">
            <a:off x="5965031" y="3509963"/>
            <a:ext cx="261938" cy="140160"/>
          </a:xfrm>
          <a:prstGeom prst="roundRect">
            <a:avLst>
              <a:gd name="adj" fmla="val 50000"/>
            </a:avLst>
          </a:prstGeom>
          <a:solidFill>
            <a:srgbClr val="7CEAB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bg1"/>
              </a:solidFill>
            </a:endParaRPr>
          </a:p>
        </p:txBody>
      </p:sp>
      <p:sp>
        <p:nvSpPr>
          <p:cNvPr id="13" name="Titel 2">
            <a:extLst>
              <a:ext uri="{FF2B5EF4-FFF2-40B4-BE49-F238E27FC236}">
                <a16:creationId xmlns:a16="http://schemas.microsoft.com/office/drawing/2014/main" id="{B3C8EB67-AF2C-E4C4-FB3A-A57DABCD87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ctr">
            <a:normAutofit/>
          </a:bodyPr>
          <a:lstStyle/>
          <a:p>
            <a:pPr algn="ctr"/>
            <a:endParaRPr lang="de-DE" sz="4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8818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ctrTitle"/>
          </p:nvPr>
        </p:nvSpPr>
        <p:spPr/>
        <p:txBody>
          <a:bodyPr anchor="ctr">
            <a:normAutofit/>
          </a:bodyPr>
          <a:lstStyle/>
          <a:p>
            <a:pPr algn="ctr"/>
            <a:endParaRPr lang="de-DE" sz="4800" b="1" dirty="0"/>
          </a:p>
        </p:txBody>
      </p:sp>
      <p:sp>
        <p:nvSpPr>
          <p:cNvPr id="2" name="Untertitel 1">
            <a:extLst>
              <a:ext uri="{FF2B5EF4-FFF2-40B4-BE49-F238E27FC236}">
                <a16:creationId xmlns:a16="http://schemas.microsoft.com/office/drawing/2014/main" id="{1D4C552F-FC8A-530B-E527-C0021C2A65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de-DE" sz="2400" dirty="0"/>
          </a:p>
        </p:txBody>
      </p:sp>
    </p:spTree>
    <p:extLst>
      <p:ext uri="{BB962C8B-B14F-4D97-AF65-F5344CB8AC3E}">
        <p14:creationId xmlns:p14="http://schemas.microsoft.com/office/powerpoint/2010/main" val="25295560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>
            <a:extLst>
              <a:ext uri="{FF2B5EF4-FFF2-40B4-BE49-F238E27FC236}">
                <a16:creationId xmlns:a16="http://schemas.microsoft.com/office/drawing/2014/main" id="{A0D62899-EA92-7794-67A7-480CD43DF5E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91B98860-4435-E6B8-B6B9-C4ADBE78C84B}"/>
              </a:ext>
            </a:extLst>
          </p:cNvPr>
          <p:cNvSpPr txBox="1"/>
          <p:nvPr/>
        </p:nvSpPr>
        <p:spPr>
          <a:xfrm>
            <a:off x="7912100" y="4232810"/>
            <a:ext cx="3689892" cy="952143"/>
          </a:xfrm>
          <a:prstGeom prst="roundRect">
            <a:avLst>
              <a:gd name="adj" fmla="val 50000"/>
            </a:avLst>
          </a:prstGeom>
          <a:solidFill>
            <a:srgbClr val="580D82"/>
          </a:solidFill>
        </p:spPr>
        <p:txBody>
          <a:bodyPr wrap="square" tIns="0" bIns="0" anchor="ctr">
            <a:spAutoFit/>
          </a:bodyPr>
          <a:lstStyle/>
          <a:p>
            <a:pPr algn="ctr"/>
            <a:r>
              <a:rPr lang="de-DE" sz="4400" b="1" dirty="0">
                <a:solidFill>
                  <a:schemeClr val="bg1"/>
                </a:solidFill>
                <a:latin typeface="Raleway" panose="020B0003030101060003" pitchFamily="34" charset="0"/>
              </a:rPr>
              <a:t>Textfeld</a:t>
            </a:r>
            <a:endParaRPr lang="de-DE" sz="4400" b="1" dirty="0">
              <a:latin typeface="Raleway" panose="020B0003030101060003" pitchFamily="34" charset="0"/>
            </a:endParaRP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70A99B29-8197-18F6-680D-3047E2F5F85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3176" y="5546785"/>
            <a:ext cx="1073597" cy="100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0026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>
            <a:extLst>
              <a:ext uri="{FF2B5EF4-FFF2-40B4-BE49-F238E27FC236}">
                <a16:creationId xmlns:a16="http://schemas.microsoft.com/office/drawing/2014/main" id="{4F25F53F-D80F-AF31-BF39-24BFF180BD8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FC3EF1A7-5CDC-7AD6-90EF-0F433FE0993E}"/>
              </a:ext>
            </a:extLst>
          </p:cNvPr>
          <p:cNvSpPr txBox="1"/>
          <p:nvPr/>
        </p:nvSpPr>
        <p:spPr>
          <a:xfrm>
            <a:off x="7912100" y="4232810"/>
            <a:ext cx="3689892" cy="952143"/>
          </a:xfrm>
          <a:prstGeom prst="roundRect">
            <a:avLst>
              <a:gd name="adj" fmla="val 50000"/>
            </a:avLst>
          </a:prstGeom>
          <a:solidFill>
            <a:srgbClr val="F3D548"/>
          </a:solidFill>
        </p:spPr>
        <p:txBody>
          <a:bodyPr wrap="square" tIns="0" bIns="0" anchor="ctr">
            <a:spAutoFit/>
          </a:bodyPr>
          <a:lstStyle/>
          <a:p>
            <a:pPr algn="ctr"/>
            <a:r>
              <a:rPr lang="de-DE" sz="4400" dirty="0">
                <a:solidFill>
                  <a:srgbClr val="222323"/>
                </a:solidFill>
                <a:latin typeface="PP Agrandir Medium" panose="00000600000000000000" pitchFamily="50" charset="0"/>
              </a:rPr>
              <a:t>Textfeld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EB782263-6826-62BE-1DB3-025FEFEB84E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3176" y="5546785"/>
            <a:ext cx="1073597" cy="100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0267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C7C6B040-3725-5D2D-3526-7628094EF1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A1A8B8A6-BF0F-C505-C9E3-8A06CC9661C1}"/>
              </a:ext>
            </a:extLst>
          </p:cNvPr>
          <p:cNvSpPr/>
          <p:nvPr/>
        </p:nvSpPr>
        <p:spPr>
          <a:xfrm>
            <a:off x="8220534" y="784761"/>
            <a:ext cx="3381458" cy="4702284"/>
          </a:xfrm>
          <a:prstGeom prst="roundRect">
            <a:avLst>
              <a:gd name="adj" fmla="val 50000"/>
            </a:avLst>
          </a:prstGeom>
          <a:solidFill>
            <a:srgbClr val="580D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E7CC7EB7-36C8-21D1-BF26-B8BA313138A7}"/>
              </a:ext>
            </a:extLst>
          </p:cNvPr>
          <p:cNvSpPr txBox="1"/>
          <p:nvPr/>
        </p:nvSpPr>
        <p:spPr>
          <a:xfrm>
            <a:off x="8220534" y="2115847"/>
            <a:ext cx="338145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3600" dirty="0">
                <a:solidFill>
                  <a:schemeClr val="bg1"/>
                </a:solidFill>
                <a:latin typeface="PP Agrandir Medium" panose="00000600000000000000" pitchFamily="50" charset="0"/>
              </a:rPr>
              <a:t>Textfeld</a:t>
            </a:r>
          </a:p>
          <a:p>
            <a:pPr algn="ctr"/>
            <a:r>
              <a:rPr lang="de-DE" sz="3600" dirty="0">
                <a:solidFill>
                  <a:schemeClr val="bg1"/>
                </a:solidFill>
                <a:latin typeface="PP Agrandir Medium" panose="00000600000000000000" pitchFamily="50" charset="0"/>
              </a:rPr>
              <a:t>Mehrzeilig</a:t>
            </a:r>
          </a:p>
          <a:p>
            <a:pPr algn="ctr"/>
            <a:r>
              <a:rPr lang="de-DE" sz="3600" dirty="0">
                <a:solidFill>
                  <a:schemeClr val="bg1"/>
                </a:solidFill>
                <a:latin typeface="PP Agrandir Medium" panose="00000600000000000000" pitchFamily="50" charset="0"/>
              </a:rPr>
              <a:t>xxx</a:t>
            </a:r>
            <a:endParaRPr lang="de-DE" sz="3600" dirty="0"/>
          </a:p>
        </p:txBody>
      </p: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EC88AFF4-A076-4B6F-84D3-645FD1C8EDD5}"/>
              </a:ext>
            </a:extLst>
          </p:cNvPr>
          <p:cNvSpPr/>
          <p:nvPr/>
        </p:nvSpPr>
        <p:spPr>
          <a:xfrm>
            <a:off x="9797463" y="4127579"/>
            <a:ext cx="227600" cy="110696"/>
          </a:xfrm>
          <a:prstGeom prst="roundRect">
            <a:avLst>
              <a:gd name="adj" fmla="val 50000"/>
            </a:avLst>
          </a:prstGeom>
          <a:solidFill>
            <a:srgbClr val="7CEAB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620968FF-2517-8B05-D0E9-BD5F94AAE04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3176" y="5546785"/>
            <a:ext cx="1073597" cy="100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0212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ildplatzhalter 13">
            <a:extLst>
              <a:ext uri="{FF2B5EF4-FFF2-40B4-BE49-F238E27FC236}">
                <a16:creationId xmlns:a16="http://schemas.microsoft.com/office/drawing/2014/main" id="{CDE61B30-9EC0-79A3-A7B8-35B81898DE3D}"/>
              </a:ext>
            </a:extLst>
          </p:cNvPr>
          <p:cNvSpPr>
            <a:spLocks noGrp="1"/>
          </p:cNvSpPr>
          <p:nvPr>
            <p:ph type="pic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2" name="Titel 11">
            <a:extLst>
              <a:ext uri="{FF2B5EF4-FFF2-40B4-BE49-F238E27FC236}">
                <a16:creationId xmlns:a16="http://schemas.microsoft.com/office/drawing/2014/main" id="{AE51AC41-788C-DA65-3369-1212D61C0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5C15DB00-3559-5536-0510-0353CC12031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91CC20E3-212D-0304-4F25-1D1B67D491C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3176" y="5546785"/>
            <a:ext cx="1073597" cy="100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082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2"/>
          <p:cNvSpPr txBox="1">
            <a:spLocks/>
          </p:cNvSpPr>
          <p:nvPr/>
        </p:nvSpPr>
        <p:spPr>
          <a:xfrm>
            <a:off x="1943100" y="2309203"/>
            <a:ext cx="6778869" cy="128919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Raleway" panose="020B0003030101060003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Raleway" panose="020B0003030101060003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Raleway" panose="020B0003030101060003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Raleway" panose="020B00030301010600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b="1" dirty="0"/>
              <a:t>Textmasterformat bearbeiten</a:t>
            </a:r>
          </a:p>
          <a:p>
            <a:endParaRPr lang="de-DE" dirty="0"/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D32B0FF4-E709-224B-DFBD-D3E1B6E8DE6A}"/>
              </a:ext>
            </a:extLst>
          </p:cNvPr>
          <p:cNvSpPr/>
          <p:nvPr/>
        </p:nvSpPr>
        <p:spPr>
          <a:xfrm flipV="1">
            <a:off x="-1500980" y="641066"/>
            <a:ext cx="5762084" cy="1035846"/>
          </a:xfrm>
          <a:prstGeom prst="roundRect">
            <a:avLst>
              <a:gd name="adj" fmla="val 50000"/>
            </a:avLst>
          </a:prstGeom>
          <a:solidFill>
            <a:srgbClr val="DF3D0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Titel 15"/>
          <p:cNvSpPr txBox="1">
            <a:spLocks/>
          </p:cNvSpPr>
          <p:nvPr/>
        </p:nvSpPr>
        <p:spPr>
          <a:xfrm>
            <a:off x="616757" y="886968"/>
            <a:ext cx="3964388" cy="54404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Raleway" panose="020B0003030101060003" pitchFamily="34" charset="0"/>
                <a:ea typeface="+mj-ea"/>
                <a:cs typeface="+mj-cs"/>
              </a:defRPr>
            </a:lvl1pPr>
          </a:lstStyle>
          <a:p>
            <a:r>
              <a:rPr lang="de-DE" dirty="0"/>
              <a:t>Titel bearbeiten</a:t>
            </a: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6CB33892-2ABF-A5B1-8028-F67B39C76136}"/>
              </a:ext>
            </a:extLst>
          </p:cNvPr>
          <p:cNvSpPr/>
          <p:nvPr/>
        </p:nvSpPr>
        <p:spPr>
          <a:xfrm flipV="1">
            <a:off x="1606774" y="2495755"/>
            <a:ext cx="187325" cy="121523"/>
          </a:xfrm>
          <a:prstGeom prst="roundRect">
            <a:avLst>
              <a:gd name="adj" fmla="val 50000"/>
            </a:avLst>
          </a:prstGeom>
          <a:solidFill>
            <a:srgbClr val="DF3D0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72ED539D-DDA1-773E-96A0-D6DD3E6DCD30}"/>
              </a:ext>
            </a:extLst>
          </p:cNvPr>
          <p:cNvSpPr txBox="1">
            <a:spLocks/>
          </p:cNvSpPr>
          <p:nvPr/>
        </p:nvSpPr>
        <p:spPr>
          <a:xfrm>
            <a:off x="1943100" y="3844293"/>
            <a:ext cx="6778869" cy="144093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Raleway" panose="020B00030301010600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Raleway" panose="020B0003030101060003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Raleway" panose="020B0003030101060003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Raleway" panose="020B0003030101060003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Raleway" panose="020B00030301010600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b="1" dirty="0"/>
              <a:t>Textmasterformat bearbeiten</a:t>
            </a:r>
          </a:p>
          <a:p>
            <a:endParaRPr lang="de-DE" dirty="0"/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00A412AE-F86F-FE15-BA2F-D27911A8ED14}"/>
              </a:ext>
            </a:extLst>
          </p:cNvPr>
          <p:cNvSpPr/>
          <p:nvPr/>
        </p:nvSpPr>
        <p:spPr>
          <a:xfrm flipV="1">
            <a:off x="1606774" y="4030845"/>
            <a:ext cx="187325" cy="121523"/>
          </a:xfrm>
          <a:prstGeom prst="roundRect">
            <a:avLst>
              <a:gd name="adj" fmla="val 50000"/>
            </a:avLst>
          </a:prstGeom>
          <a:solidFill>
            <a:srgbClr val="DF3D0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851113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>
            <a:extLst>
              <a:ext uri="{FF2B5EF4-FFF2-40B4-BE49-F238E27FC236}">
                <a16:creationId xmlns:a16="http://schemas.microsoft.com/office/drawing/2014/main" id="{607921F8-9CDA-1A72-F6D7-7340DA36AE0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" name="Rechteck: abgerundete Ecken 1">
            <a:extLst>
              <a:ext uri="{FF2B5EF4-FFF2-40B4-BE49-F238E27FC236}">
                <a16:creationId xmlns:a16="http://schemas.microsoft.com/office/drawing/2014/main" id="{41E0D243-8FCF-8339-B9BB-37F5F91EC40F}"/>
              </a:ext>
            </a:extLst>
          </p:cNvPr>
          <p:cNvSpPr/>
          <p:nvPr/>
        </p:nvSpPr>
        <p:spPr>
          <a:xfrm>
            <a:off x="7712534" y="784761"/>
            <a:ext cx="3381458" cy="470228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70C65827-58AB-39EB-E534-DA8D93DAD7D4}"/>
              </a:ext>
            </a:extLst>
          </p:cNvPr>
          <p:cNvSpPr txBox="1"/>
          <p:nvPr/>
        </p:nvSpPr>
        <p:spPr>
          <a:xfrm>
            <a:off x="7712534" y="2018576"/>
            <a:ext cx="338145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4000" b="1" dirty="0">
                <a:solidFill>
                  <a:srgbClr val="222323"/>
                </a:solidFill>
                <a:latin typeface="Raleway" panose="020B0003030101060003" pitchFamily="34" charset="0"/>
              </a:rPr>
              <a:t>Textfeld </a:t>
            </a:r>
          </a:p>
          <a:p>
            <a:pPr algn="ctr"/>
            <a:r>
              <a:rPr lang="de-DE" sz="4000" b="1" dirty="0">
                <a:solidFill>
                  <a:srgbClr val="222323"/>
                </a:solidFill>
                <a:latin typeface="Raleway" panose="020B0003030101060003" pitchFamily="34" charset="0"/>
              </a:rPr>
              <a:t>Mehrzeilig</a:t>
            </a:r>
          </a:p>
          <a:p>
            <a:pPr algn="ctr"/>
            <a:r>
              <a:rPr lang="de-DE" sz="4000" b="1" dirty="0">
                <a:solidFill>
                  <a:srgbClr val="222323"/>
                </a:solidFill>
                <a:latin typeface="Raleway" panose="020B0003030101060003" pitchFamily="34" charset="0"/>
              </a:rPr>
              <a:t>xxx</a:t>
            </a:r>
          </a:p>
          <a:p>
            <a:pPr algn="ctr"/>
            <a:endParaRPr lang="de-DE" sz="4000" b="1" dirty="0">
              <a:solidFill>
                <a:srgbClr val="222323"/>
              </a:solidFill>
              <a:latin typeface="Raleway" panose="020B0003030101060003" pitchFamily="34" charset="0"/>
            </a:endParaRPr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85CEB55C-F008-6C13-F391-62EA5722E5AF}"/>
              </a:ext>
            </a:extLst>
          </p:cNvPr>
          <p:cNvSpPr/>
          <p:nvPr/>
        </p:nvSpPr>
        <p:spPr>
          <a:xfrm>
            <a:off x="9289463" y="4117282"/>
            <a:ext cx="227600" cy="110696"/>
          </a:xfrm>
          <a:prstGeom prst="roundRect">
            <a:avLst>
              <a:gd name="adj" fmla="val 50000"/>
            </a:avLst>
          </a:prstGeom>
          <a:solidFill>
            <a:srgbClr val="7CEAB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065893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5F7C7C01-993E-25B9-CFA2-CB7CC8D6FBE9}"/>
              </a:ext>
            </a:extLst>
          </p:cNvPr>
          <p:cNvSpPr/>
          <p:nvPr/>
        </p:nvSpPr>
        <p:spPr>
          <a:xfrm>
            <a:off x="-2349500" y="757745"/>
            <a:ext cx="7061200" cy="4351114"/>
          </a:xfrm>
          <a:prstGeom prst="roundRect">
            <a:avLst>
              <a:gd name="adj" fmla="val 50000"/>
            </a:avLst>
          </a:prstGeom>
          <a:solidFill>
            <a:srgbClr val="580D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841713" y="1476022"/>
            <a:ext cx="3794942" cy="2914561"/>
          </a:xfrm>
        </p:spPr>
        <p:txBody>
          <a:bodyPr>
            <a:normAutofit/>
          </a:bodyPr>
          <a:lstStyle/>
          <a:p>
            <a:pPr algn="l"/>
            <a:r>
              <a:rPr lang="de-DE" sz="7200" dirty="0">
                <a:solidFill>
                  <a:schemeClr val="bg1"/>
                </a:solidFill>
              </a:rPr>
              <a:t>Text-feld</a:t>
            </a:r>
          </a:p>
        </p:txBody>
      </p:sp>
    </p:spTree>
    <p:extLst>
      <p:ext uri="{BB962C8B-B14F-4D97-AF65-F5344CB8AC3E}">
        <p14:creationId xmlns:p14="http://schemas.microsoft.com/office/powerpoint/2010/main" val="22696300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FSG 2024">
      <a:majorFont>
        <a:latin typeface="PP Agrandir Medium"/>
        <a:ea typeface=""/>
        <a:cs typeface=""/>
      </a:majorFont>
      <a:minorFont>
        <a:latin typeface="PP Agrandir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</Words>
  <Application>Microsoft Office PowerPoint</Application>
  <PresentationFormat>Breitbild</PresentationFormat>
  <Paragraphs>12</Paragraphs>
  <Slides>9</Slides>
  <Notes>0</Notes>
  <HiddenSlides>1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9</vt:i4>
      </vt:variant>
    </vt:vector>
  </HeadingPairs>
  <TitlesOfParts>
    <vt:vector size="15" baseType="lpstr">
      <vt:lpstr>Raleway</vt:lpstr>
      <vt:lpstr>PP Agrandir Medium</vt:lpstr>
      <vt:lpstr>Arial</vt:lpstr>
      <vt:lpstr>Calibri</vt:lpstr>
      <vt:lpstr>Office Theme</vt:lpstr>
      <vt:lpstr>1_Office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Text-feld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 FRIEDENSTEIN!</dc:title>
  <dc:creator>Reiber</dc:creator>
  <cp:lastModifiedBy>Ines Kley</cp:lastModifiedBy>
  <cp:revision>98</cp:revision>
  <dcterms:created xsi:type="dcterms:W3CDTF">2022-07-20T12:10:45Z</dcterms:created>
  <dcterms:modified xsi:type="dcterms:W3CDTF">2024-09-18T12:38:54Z</dcterms:modified>
</cp:coreProperties>
</file>